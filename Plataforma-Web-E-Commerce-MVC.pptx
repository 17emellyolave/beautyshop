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Source Sans 3" panose="020B0604020202020204" charset="0"/>
      <p:regular r:id="rId21"/>
    </p:embeddedFont>
    <p:embeddedFont>
      <p:font typeface="Source Sans 3 Bold" panose="020B0604020202020204" charset="0"/>
      <p:regular r:id="rId22"/>
    </p:embeddedFont>
    <p:embeddedFont>
      <p:font typeface="Source Serif 4 Semi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17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69971" y="144393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BeautyShop Online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329755"/>
            <a:ext cx="6223638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kern="0" spc="-10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Plataforma Web E-Commerce MVC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5269971" y="4248150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de comercio electrónico para el sector cosmético, cuidado personal y perfumería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269971" y="5110857"/>
            <a:ext cx="5410958" cy="303113"/>
          </a:xfrm>
          <a:prstGeom prst="roundRect">
            <a:avLst>
              <a:gd name="adj" fmla="val 22112"/>
            </a:avLst>
          </a:prstGeom>
          <a:solidFill>
            <a:srgbClr val="F4D4F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626" y="5182592"/>
            <a:ext cx="159540" cy="1595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28936" y="5170686"/>
            <a:ext cx="554192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WASHINGTON LEON NIETO ARCE — ARQUITECTO DE SOFTWARE &amp; FULL-STACK</a:t>
            </a:r>
            <a:endParaRPr lang="en-US" sz="12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C6B2E30-670A-4513-85AA-E525703B4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04259"/>
            <a:ext cx="4996997" cy="3506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6638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Problemática y Oportunidad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301155"/>
            <a:ext cx="6889280" cy="3903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8633" y="2502098"/>
            <a:ext cx="354122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El Problema del Sector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958633" y="2834184"/>
            <a:ext cx="3541227" cy="8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Creciente demanda de e-commerce en belleza y skincare, con plataformas tradicionales que presentan navegación compleja, lentitud, falta de inventario en tiempo real y fallas en seguimiento de envíos.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58633" y="3784104"/>
            <a:ext cx="354122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Nuestra Solución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5457527"/>
            <a:ext cx="3523765" cy="8338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2852" y="5626100"/>
            <a:ext cx="311043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Arquitectura MVC pura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42852" y="5913338"/>
            <a:ext cx="311043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Limpia, centralizada y ligera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3965" y="5457527"/>
            <a:ext cx="3523765" cy="8338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8732" y="5626100"/>
            <a:ext cx="311043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UX/UI optimizado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578732" y="5913338"/>
            <a:ext cx="311043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Diseño visual adaptado al nicho beauty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9844" y="5457527"/>
            <a:ext cx="3523765" cy="8338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14611" y="5626100"/>
            <a:ext cx="311043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Control estricto de stock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8214611" y="5913338"/>
            <a:ext cx="311043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Pasarela simulada de pago segura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Arquitectura y Stack Tecnológico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2641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288308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Patrón MVC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484761"/>
            <a:ext cx="5276123" cy="252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Separación clara entre lógica de negocio, acceso a datos e interfaces de usuario. Enrutador dinámico </a:t>
            </a:r>
            <a:r>
              <a:rPr lang="en-US" sz="750" kern="0" spc="-16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Router.php</a:t>
            </a: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 URLs amigables mediante </a:t>
            </a:r>
            <a:r>
              <a:rPr lang="en-US" sz="750" kern="0" spc="-16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.htaccess</a:t>
            </a: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3836" y="3786584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Stack Completo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98086" y="6361013"/>
            <a:ext cx="3565237" cy="508298"/>
          </a:xfrm>
          <a:prstGeom prst="roundRect">
            <a:avLst>
              <a:gd name="adj" fmla="val 824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148" y="6467078"/>
            <a:ext cx="335311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Backend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148" y="6643588"/>
            <a:ext cx="3353113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PHP POO + PDO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313130" y="6361013"/>
            <a:ext cx="3565337" cy="508298"/>
          </a:xfrm>
          <a:prstGeom prst="roundRect">
            <a:avLst>
              <a:gd name="adj" fmla="val 824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19192" y="6467078"/>
            <a:ext cx="335321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419192" y="6643588"/>
            <a:ext cx="335321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/ MariaDB InnoDB, UTF-8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928273" y="6361013"/>
            <a:ext cx="3565337" cy="508298"/>
          </a:xfrm>
          <a:prstGeom prst="roundRect">
            <a:avLst>
              <a:gd name="adj" fmla="val 824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34335" y="6467078"/>
            <a:ext cx="3353212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Frontend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34335" y="6643588"/>
            <a:ext cx="335321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HTML5, CSS3, JS Vanilla, Bootstrap 5.3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8665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Fases de Desarrollo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086323" y="1253034"/>
            <a:ext cx="19050" cy="5016202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4" name="Shape 2"/>
          <p:cNvSpPr/>
          <p:nvPr/>
        </p:nvSpPr>
        <p:spPr>
          <a:xfrm>
            <a:off x="5497871" y="1411784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5" name="Shape 3"/>
          <p:cNvSpPr/>
          <p:nvPr/>
        </p:nvSpPr>
        <p:spPr>
          <a:xfrm>
            <a:off x="5927577" y="1253034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90281" y="1289298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98086" y="1304429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Fase 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8086" y="1591667"/>
            <a:ext cx="464977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Diseño de BD relacional (3FN) con tablas e índices optimizados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069" y="2234505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10" name="Shape 8"/>
          <p:cNvSpPr/>
          <p:nvPr/>
        </p:nvSpPr>
        <p:spPr>
          <a:xfrm>
            <a:off x="5927577" y="2075755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0281" y="2112020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43839" y="2127151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Fase 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43839" y="2414389"/>
            <a:ext cx="464977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Núcleo MVC y maquetado base con Sticky Footer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97871" y="2970808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7577" y="2812058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0281" y="2848322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98086" y="2863453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Fase 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8086" y="3150691"/>
            <a:ext cx="464977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Autenticación, seguridad BCrypt y control de acceso por roles (RBAC)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069" y="3707110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20" name="Shape 18"/>
          <p:cNvSpPr/>
          <p:nvPr/>
        </p:nvSpPr>
        <p:spPr>
          <a:xfrm>
            <a:off x="5927577" y="3548360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0281" y="3584625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843839" y="3599755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Fase 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43839" y="3886994"/>
            <a:ext cx="464977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Panel Admin y módulos CRUD de productos y categorías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97871" y="4443413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7577" y="4284663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0281" y="4320927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98086" y="4336058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Fase 5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8086" y="4623296"/>
            <a:ext cx="464977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Catálogo público, carrito interactivo y simulación de pagos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45069" y="5179715"/>
            <a:ext cx="448755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30" name="Shape 28"/>
          <p:cNvSpPr/>
          <p:nvPr/>
        </p:nvSpPr>
        <p:spPr>
          <a:xfrm>
            <a:off x="5927577" y="5020965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90281" y="5057229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6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843839" y="5072360"/>
            <a:ext cx="464977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Fase 6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843839" y="5359598"/>
            <a:ext cx="4649770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Módulo de analítica mensual y personalización de paleta cosmética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6163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6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98086" y="1382018"/>
            <a:ext cx="3521483" cy="47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Estructura Relacional Normalizada (3FN)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98086" y="2006798"/>
            <a:ext cx="3521483" cy="967184"/>
          </a:xfrm>
          <a:prstGeom prst="roundRect">
            <a:avLst>
              <a:gd name="adj" fmla="val 703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AB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9155" y="2187873"/>
            <a:ext cx="315934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roles / usuarios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9155" y="2557859"/>
            <a:ext cx="3159344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Control de identidades: Administrador y Cliente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8086" y="3105646"/>
            <a:ext cx="3521483" cy="967184"/>
          </a:xfrm>
          <a:prstGeom prst="roundRect">
            <a:avLst>
              <a:gd name="adj" fmla="val 703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AB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9155" y="3286720"/>
            <a:ext cx="315934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categorias / productos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9155" y="3656707"/>
            <a:ext cx="3159344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Catalogación con precios, estado e inventario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8086" y="4204494"/>
            <a:ext cx="3521483" cy="1202234"/>
          </a:xfrm>
          <a:prstGeom prst="roundRect">
            <a:avLst>
              <a:gd name="adj" fmla="val 566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A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155" y="4385568"/>
            <a:ext cx="315934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pedidos / detalle_pedidos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9155" y="4755555"/>
            <a:ext cx="3159344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Trazabilidad financiera con precios congelados por transacción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8086" y="5702995"/>
            <a:ext cx="10795524" cy="578842"/>
          </a:xfrm>
          <a:prstGeom prst="roundRect">
            <a:avLst>
              <a:gd name="adj" fmla="val 11760"/>
            </a:avLst>
          </a:prstGeom>
          <a:solidFill>
            <a:srgbClr val="F4D4F7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06" y="5892105"/>
            <a:ext cx="202500" cy="1620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24626" y="5875139"/>
            <a:ext cx="10716548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kern="0" spc="-26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Seguridad:</a:t>
            </a:r>
            <a:r>
              <a:rPr lang="en-US" sz="1250" kern="0" spc="-26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Sentencias preparadas PDO (prevención de inyección SQL) + transacciones BD (</a:t>
            </a:r>
            <a:r>
              <a:rPr lang="en-US" sz="1250" kern="0" spc="-26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beginTransaction</a:t>
            </a:r>
            <a:r>
              <a:rPr lang="en-US" sz="1250" kern="0" spc="-26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50" kern="0" spc="-26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r>
              <a:rPr lang="en-US" sz="1250" kern="0" spc="-26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250" kern="0" spc="-26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r>
              <a:rPr lang="en-US" sz="1250" kern="0" spc="-26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para compras seguras.</a:t>
            </a:r>
            <a:endParaRPr lang="en-US" sz="12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7EB4482-793D-4123-80D6-63B7D3F66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250" y="1973415"/>
            <a:ext cx="6681120" cy="19183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69971" y="557609"/>
            <a:ext cx="622363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kern="0" spc="-66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Experiencia de Usuario y Catálogo Público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839913"/>
            <a:ext cx="355293" cy="3553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69971" y="2392958"/>
            <a:ext cx="62236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Identidad Visual Unificada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269971" y="2749054"/>
            <a:ext cx="6223638" cy="281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Paleta en tonos rosa pastel, rosa viejo (</a:t>
            </a:r>
            <a:r>
              <a:rPr lang="en-US" sz="1350" kern="0" spc="-28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#d48b97</a:t>
            </a: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y nude, adaptada al sector beauty.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9971" y="3346847"/>
            <a:ext cx="355293" cy="3553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69971" y="3899892"/>
            <a:ext cx="62236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Optimización de Imágenes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269971" y="4255988"/>
            <a:ext cx="6223638" cy="281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CSS </a:t>
            </a:r>
            <a:r>
              <a:rPr lang="en-US" sz="1350" kern="0" spc="-28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object-fit: contain</a:t>
            </a: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visualizar empaques y frascos completos sin recortes.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69971" y="4853781"/>
            <a:ext cx="355293" cy="3553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69971" y="5406827"/>
            <a:ext cx="62236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Destacados Dinámicos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269971" y="5762923"/>
            <a:ext cx="6223638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Muestra automática de los productos más recientes directamente desde la base de datos.</a:t>
            </a:r>
            <a:endParaRPr lang="en-US" sz="13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C702091-7C35-47DF-855B-5FF81ADCDF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155" y="1651521"/>
            <a:ext cx="4441342" cy="3755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539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Carrito, Checkout y Proceso de Pago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998319" y="1480344"/>
            <a:ext cx="35016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Funcionalidades del Módulo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3802" y="1914227"/>
            <a:ext cx="261733" cy="2617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65539" y="1908770"/>
            <a:ext cx="2934420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Control Dinámico de Cantidades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565539" y="2574826"/>
            <a:ext cx="2934420" cy="536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Ajuste en tiempo real con botones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+/-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respetando límites de inventario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3802" y="3421856"/>
            <a:ext cx="261733" cy="2617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65539" y="3416399"/>
            <a:ext cx="2934420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Checkout y Simulación de Pago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8565539" y="4082455"/>
            <a:ext cx="293442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Formulario con selección de métodos: Tarjeta, PSE y Efectivo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3802" y="4916785"/>
            <a:ext cx="261733" cy="2617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65539" y="4911328"/>
            <a:ext cx="2934420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Actualización Atómica de Stock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565539" y="5577384"/>
            <a:ext cx="293442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Descuento inmediato en MySQL al finalizar la orden</a:t>
            </a:r>
            <a:endParaRPr lang="en-US" sz="13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E48A162-2DF6-403A-B56E-9079D812A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2248316"/>
            <a:ext cx="6755247" cy="2608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086" y="577155"/>
            <a:ext cx="6223638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kern="0" spc="-69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Panel de Administración (CRUD)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98086" y="1940024"/>
            <a:ext cx="3024112" cy="2372519"/>
          </a:xfrm>
          <a:prstGeom prst="roundRect">
            <a:avLst>
              <a:gd name="adj" fmla="val 331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1359" y="2133302"/>
            <a:ext cx="560969" cy="560983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640" y="2287588"/>
            <a:ext cx="252406" cy="2524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1359" y="2869605"/>
            <a:ext cx="263756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AuthGuard Middleware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91359" y="3249811"/>
            <a:ext cx="2637565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Acceso restringido exclusivamente a usuarios con Rol 1 (Administrador)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897513" y="1940024"/>
            <a:ext cx="3024211" cy="2372519"/>
          </a:xfrm>
          <a:prstGeom prst="roundRect">
            <a:avLst>
              <a:gd name="adj" fmla="val 331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90786" y="2133302"/>
            <a:ext cx="560969" cy="560983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5067" y="2287588"/>
            <a:ext cx="252406" cy="2524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90786" y="2869605"/>
            <a:ext cx="26376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CRUD Completo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090786" y="3249811"/>
            <a:ext cx="2637664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Creación, edición, activación/desactivación y carga de imágenes de productos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98086" y="4487863"/>
            <a:ext cx="6223638" cy="1792883"/>
          </a:xfrm>
          <a:prstGeom prst="roundRect">
            <a:avLst>
              <a:gd name="adj" fmla="val 4381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91359" y="4681141"/>
            <a:ext cx="560969" cy="560983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5640" y="4835426"/>
            <a:ext cx="252406" cy="2524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1359" y="5417443"/>
            <a:ext cx="583709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Monitoreo de Stock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91359" y="5797649"/>
            <a:ext cx="5837091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Badges indicadores de disponibilidad con actualización instantánea</a:t>
            </a:r>
            <a:endParaRPr lang="en-US" sz="14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889B331-AA67-4C78-804E-692BC9F70F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6005" y="2287588"/>
            <a:ext cx="4834076" cy="3298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68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Analítica Mensual y KPIs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998319" y="1443633"/>
            <a:ext cx="35016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Métricas de Negocio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8319" y="1872059"/>
            <a:ext cx="3501640" cy="132000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2371" y="2401193"/>
            <a:ext cx="261733" cy="26173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68148" y="2065635"/>
            <a:ext cx="24382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Indicadores Financieros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8868148" y="2475012"/>
            <a:ext cx="243824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Ingresos totales, pedidos completados y ticket promedio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8319" y="3344763"/>
            <a:ext cx="3501640" cy="1320006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32371" y="3873897"/>
            <a:ext cx="261733" cy="261739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868148" y="3538339"/>
            <a:ext cx="24382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Desglose de Ventas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868148" y="3947716"/>
            <a:ext cx="243824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de productos más vendidos y rendimiento por categoría</a:t>
            </a:r>
            <a:endParaRPr lang="en-US" sz="13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8319" y="4817467"/>
            <a:ext cx="3501640" cy="1320006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32371" y="5346601"/>
            <a:ext cx="261733" cy="261739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868148" y="5011043"/>
            <a:ext cx="24382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Filtros Temporales</a:t>
            </a: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8868148" y="5420420"/>
            <a:ext cx="2438240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Consulta histórica por mes y año para decisiones estratégicas</a:t>
            </a:r>
            <a:endParaRPr lang="en-US" sz="13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ED4F1BB-6B14-4211-A0CE-5F120AE9EE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829" y="2065635"/>
            <a:ext cx="7156575" cy="35002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10096"/>
            <a:ext cx="6223638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7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Conclusiones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878862" y="1506339"/>
            <a:ext cx="561474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Sistema robusto y modular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878862" y="1894483"/>
            <a:ext cx="5614748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E-commerce 100% funcional, ligero y sin dependencias externas complejas.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878862" y="2916039"/>
            <a:ext cx="561474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Integridad garantizada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878862" y="3304183"/>
            <a:ext cx="5614748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Manejo estricto de transacciones de base de datos para compras seguras.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878862" y="4028777"/>
            <a:ext cx="5614748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Desarrollo por fases cumplido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878862" y="4416921"/>
            <a:ext cx="5614748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Adaptabilidad total del diseño para el cliente final del sector cosmético.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69971" y="4917678"/>
            <a:ext cx="6223638" cy="1330127"/>
          </a:xfrm>
          <a:prstGeom prst="roundRect">
            <a:avLst>
              <a:gd name="adj" fmla="val 6003"/>
            </a:avLst>
          </a:prstGeom>
          <a:solidFill>
            <a:srgbClr val="B6FCB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070" y="5176838"/>
            <a:ext cx="237623" cy="1901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87791" y="5146377"/>
            <a:ext cx="5415720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kern="0" spc="-3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BeautyShop Online</a:t>
            </a:r>
            <a:r>
              <a:rPr lang="en-US" sz="1450" kern="0" spc="-3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es una solución tecnológica integral, responsiva, segura y escalable para la gestión de productos, inventario en tiempo real, pedidos y analítica de ventas.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587</Words>
  <Application>Microsoft Office PowerPoint</Application>
  <PresentationFormat>Panorámica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Calibri</vt:lpstr>
      <vt:lpstr>Source Sans 3 Bold</vt:lpstr>
      <vt:lpstr>Source Sans 3</vt:lpstr>
      <vt:lpstr>Consolas</vt:lpstr>
      <vt:lpstr>Source Serif 4 SemiBold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USUARIO</cp:lastModifiedBy>
  <cp:revision>3</cp:revision>
  <dcterms:created xsi:type="dcterms:W3CDTF">2026-08-31T12:31:41Z</dcterms:created>
  <dcterms:modified xsi:type="dcterms:W3CDTF">2026-09-02T12:25:25Z</dcterms:modified>
</cp:coreProperties>
</file>